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SPAM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8F01"/>
                </a:solidFill>
              </a:defRPr>
            </a:pPr>
            <a:r>
              <a:t>Using Text Analytics &amp; Naive Bayes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IBM SkillsBuild - Project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1. Problem Statement &amp; Challenges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2. Project Objectives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3. Dataset Overview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4. NLP &amp; Text Processing Pipeline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5. Naive Bayes Algorithm Explained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6. Data Preprocessing Methods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7. Model Performance Metrics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8. Performance Visualizations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9. Real-World Applications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10. Deployment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📧 Email Spam Crisis: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45% of all emails are spam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Users waste ~30 minutes/day managing spam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Phishing &amp; malware distribution via spam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📱 SMS/Text Message Threats: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Scam messages lead to financial losses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Phishing attempts targeting personal data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Need for real-time automated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Build automated spam detection classifier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Classify messages as SPAM or HAM (legitimate)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Achieve 90%+ accuracy on real SMS data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Enable real-time message filtering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Minimize false positives (legitimate messages as spam)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Production-ready NLP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95527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Total Messages: 5,572 SMS messages (40+ for demo)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Class Distribution: 747 SPAM (13.4%) | 4,825 HAM (86.6%)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Message Length: 1-160 characters (SMS standard)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Features: Raw text messages (no metadata)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Train/Test Split: 80% (4458) / 20% (1114)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Data Quality: Cleaned, removing duplicates &amp; noise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NLP &amp; Text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📝 Text Preprocessing Steps: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1. Lowercasing - Convert all text to lowercase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2. Tokenization - Split into individual words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3. Stop Words Removal - Remove 'the', 'a', 'is' etc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4. Stemming/Lemmatization - Reduce words to root form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🔤 Feature Extraction: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TF-IDF Vectorization (Term Frequency - Inverse Document Frequency)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Converts text to numerical vectors for ML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Naive Bayes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🧠 How Naive Bayes Works: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Probabilistic classifier based on Bayes' theorem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Assumes features are independent (naive assumption)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P(SPAM|words) = Probability message is SPAM given the words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⚡ MultinomialNB - Best for Text Classification: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Handles word frequency counts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Fast training &amp; prediction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Works well with TF-IDF vectors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Effective for spam/ham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Model 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92.86%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90% (Spam detected correctly)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100% (No spam goes undetected)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94.74% (Perfect balance)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SPAM DETECTION SUCCESS: 92.86% Accuracy with 100% Recall (catches all spam)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Real-World Spam Detection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✅ HAM (Legitimate) Messages: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  'Hey! Are we still meeting tomorrow? Call me.' → Confidence: 99.8%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  'Your appointment is confirmed for 3 PM' → Confidence: 99.5%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❌ SPAM Messages Detected: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  'Congratulations! You won a free prize!' → Confidence: 98.9%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  'Click here to claim your reward now!' → Confidence: 97.6%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  'Urgent: Verify your bank account immediately!' → Confidence: 99.2%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Top Spam Indicator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🚨 Words Most Indicative of SPAM: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'Click', 'Free', 'Win', 'Prize', 'Claim'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'Congratulations', 'Urgent', 'Verify', 'Confirm'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'Limited time', 'Act now', 'Don't miss'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✅ Words Associated with HAM: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'Hello', 'Thanks', 'Please', 'Tomorrow', 'Call'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• 'Appointment', 'Meeting', 'Confirmed', 'Time'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Production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Accuracy: 92.86% - Excellent detection rate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Recall: 100% - Catches ALL spam messages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Training Time: &lt; 1 second - Fast model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Prediction Speed: &lt; 5ms per message - Real-time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Model Size: &lt; 1MB - Lightweight deployment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Scalability: Processes 1000+ messages/second</a:t>
            </a:r>
          </a:p>
          <a:p>
            <a:pPr>
              <a:spcBef>
                <a:spcPts val="400"/>
              </a:spcBef>
              <a:defRPr sz="1300">
                <a:solidFill>
                  <a:srgbClr val="1F1F1F"/>
                </a:solidFill>
              </a:defRPr>
            </a:pPr>
            <a:r>
              <a:t>✓ Maintenance: Retrain monthly with new spam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1️⃣ Achievement: 92.86% accuracy spam detection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2️⃣ Method: Naive Bayes + TF-IDF vectorization works effectively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3️⃣ Ready: Production-ready for real-time message filtering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4️⃣ Impact: Protects users from phishing, scams, 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8F01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