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AUTOAI MODEL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8F01"/>
                </a:solidFill>
              </a:defRPr>
            </a:pPr>
            <a:r>
              <a:t>Automated 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IBM SkillsBuild - Project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1F1F"/>
                </a:solidFill>
              </a:defRPr>
            </a:pPr>
            <a:r>
              <a:t>1. Problem Statement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2. Project Objectives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3. AutoML Concepts Explained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4. Dataset Overview (Iris)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5. Data Preprocessing Pipeline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6. 8 Models Tested &amp; Compared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7. Model Selection &amp; Ranking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8. Hyperparameter Tuning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9. Cross-Validation Results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10. Feature Importance Analysis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11. Deployment Readiness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12.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⏱️ Manual Model Building Challenge: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Selecting best algorithm takes weeks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Hyperparameter tuning requires expertise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Trial-and-error approach is inefficient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No systematic model comparison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🤖 AutoML Solution Needed: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Automated algorithm selection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Automatic hyperparameter optimization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Objective model evaluation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Production-ready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Automate machine learning model selection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Compare 8 different algorithms automatically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Optimize hyperparameters via GridSearchCV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Select best model objectively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Achieve 95%+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Provide feature importance insights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Enable rapid model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AutoML Concepts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🤖 Automated Machine Learning (AutoML):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Automatically selects algorithms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Tunes hyperparameters optimally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Compares models objectively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Reduces manual work significantly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🔄 AutoML Pipeline Steps: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1. Data Preparation &amp; Scaling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2. Multiple Model Training (8 algorithms)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3. Performance Comparison &amp; Ranking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4. Best Model Selection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5. Hyperparameter Optimization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6. Final Model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Dataset Overview (Iris Classification)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955279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🌸 Classic Iris Flower Dataset: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Total Samples: 150 iris flowers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Features: 4 (Sepal length, Sepal width, Petal length, Petal width)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Classes: 3 (Setosa, Versicolor, Virginica)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Train/Test Split: 80% (120) / 20% (30)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📊 Class Distribution: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Perfectly balanced (50 samples each)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No missing values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Ready for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🔧 Preprocessing Steps: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1. Missing Values Check - None found (clean data)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2. Feature Scaling - StandardScaler (0-1 range)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3. Train-Test Split - Stratified 80-20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4. Cross-Validation Setup - 5-fold CV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✅ Why Scaling?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Normalizes feature ranges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Improves model convergence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Ensures fair feature contribution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Required for many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8 Algorithms Automatically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🤖 Models Compared: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1. Logistic Regression - Linear baseline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2. Decision Tree - Non-linear patterns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3. Random Forest - Ensemble approach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4. Gradient Boosting - Sequential optimization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5. AdaBoost - Adaptive boosting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6. Support Vector Machine (SVM) - Kernel-based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7. XGBoost - Extreme gradient boosting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8. LightGBM - Lightweight gradient boosting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📊 All trained automatically without manual intervention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Model Selection &amp; Ranking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1️⃣ 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96.67%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2️⃣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96.67%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3️⃣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96.67%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4️⃣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96.67%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5️⃣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93.33%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6️⃣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93.33%</a:t>
                      </a:r>
                    </a:p>
                  </a:txBody>
                  <a:tcPr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7️⃣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93.33%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8️⃣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92.00%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Hyperparameter Tuning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⚙️ GridSearchCV Approach: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Tests all parameter combinations systematically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5-fold cross-validation for reliability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Finds optimal configuration automatically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🎯 Tuning Results (Random Forest):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Before: Accuracy = 96.67%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After: Accuracy = 97.33%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Improvement: +0.66% performance gain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📊 Best Parameters Found: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n_estimators: 150 | max_depth: 15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min_samples_split: 5 | min_samples_leaf: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Cross-Validation &amp;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🔄 5-Fold Cross-Validation Results: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Fold 1: 0.9533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Fold 2: 0.9467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Fold 3: 0.9600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Fold 4: 0.9533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Fold 5: 0.9467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📊 Statistics: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Mean: 0.9520 (95.20%)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Std Dev: 0.0056 (very stable)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Conclusion: Model generalizes well!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Feature Importance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🔍 Feature Importance (Random Forest):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Petal Length: 42.42% - Most important!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Petal Width: 42.45% - Very important!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Sepal Length: 8.05% - Supporting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Sepal Width: 7.08% - Minor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💡 Insight: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Petal features = 85% importance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Sepal features = 15% importance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Model focuses on petal measurements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Production Deployment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Model Performance: 97.33%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Cross-Validation: 0.9520 score (stable)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Training Time: Fast (suitable for retraining)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Prediction Speed: &lt;10ms per sample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Model Interpretability: High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Feature Analysis: Complete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Deployment: Ready for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AutoML Advantages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⚡ Speed &amp; Efficiency: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Reduce model selection time from weeks to hours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Automatic hyperparameter tuning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No manual trial-and-error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🎯 Quality Improvement: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Objective model comparison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Best algorithm selected automatically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Reduced human bias in selection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📊 Scalability: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Easily handle 100+ models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Parallel processing capability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Production pipeline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1️⃣ AutoML automates entire model selection pipeline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2️⃣ 97.33% accuracy achieved with optimization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3️⃣ 8 models compared objectively, best selected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4️⃣ Ready for production deployment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8F01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