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SALARY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18F01"/>
                </a:solidFill>
              </a:defRPr>
            </a:pPr>
            <a:r>
              <a:t>Using Ensemble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IBM SkillsBuild - Project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6400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F1F1F"/>
                </a:solidFill>
              </a:defRPr>
            </a:pPr>
            <a:r>
              <a:t>1. Problem Statement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t>2. Project Objectives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t>3. Dataset Overview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t>4. Methodology &amp; Techniques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t>5. Models Used (Random Forest &amp; Gradient Boosting)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t>6. Data Preprocessing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t>7. Model Performance Results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t>8. Key Visualizations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t>9. Deployment Recommendations</a:t>
            </a:r>
          </a:p>
          <a:p>
            <a:pPr>
              <a:defRPr sz="1400">
                <a:solidFill>
                  <a:srgbClr val="1F1F1F"/>
                </a:solidFill>
              </a:defRPr>
            </a:pPr>
            <a:r>
              <a:t>10.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• Manual salary estimation lacks data-driven insights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• Inconsistent compensation for similar roles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• No standardized salary benchmarks across industries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• Time-consuming HR salary negotiation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Build ML model to predict employee salaries accurately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Use ensemble learning for optimal accuracy (90%+)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Provide data-driven salary recommendations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Enable fair and consistent compensation decisions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Create production-ready deployment solution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955279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• Total Records: 1000+ employee samples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• Features: 5 input variables (Age, Experience, Education, Job Role, Department)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• Target Variable: Annual Salary (₹30,000 - ₹500,000+)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• Train/Test Split: 80% (800 samples) / 20% (200 samples)</a:t>
            </a:r>
          </a:p>
          <a:p>
            <a:pPr>
              <a:spcBef>
                <a:spcPts val="400"/>
              </a:spcBef>
              <a:defRPr sz="1200">
                <a:solidFill>
                  <a:srgbClr val="1F1F1F"/>
                </a:solidFill>
              </a:defRPr>
            </a:pPr>
            <a:r>
              <a:t>• Data Quality: No missing values, well-balanced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Methodology &amp; Ensemble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Ensemble Learning: Combines multiple ML models for better predictions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Process: Data → Preprocessing → Train Model 1 (RF) → Train Model 2 (GB) → Combine Predictions → Evaluate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Key Preprocessing Steps: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1. Categorical Encoding - Convert text features to numbers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2. Feature Scaling - Normalize to 0-1 range (StandardScaler)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3. Train-Test Split - 80/20 stratified split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4. Cross-Validation - 5-fold CV for reliability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Ensemble Models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🌲 Random Forest Regressor: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  • Ensemble of 100 decision trees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  • Reduces overfitting and bias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  • Fast training &amp; predictions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📈 Gradient Boosting Regressor: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  • Builds trees sequentially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  • Each tree corrects previous errors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  • Higher accuracy potential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Rectangle 4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F18F01"/>
          </a:solidFill>
          <a:ln>
            <a:solidFill>
              <a:srgbClr val="F18F0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Model Performance Results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8001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57400"/>
                <a:gridCol w="2057400"/>
                <a:gridCol w="1600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Ensemble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₹45,000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₹42,000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18F01"/>
                          </a:solidFill>
                        </a:defRPr>
                      </a:pPr>
                      <a:r>
                        <a:t>₹41,500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₹32,000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₹28,000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18F01"/>
                          </a:solidFill>
                        </a:defRPr>
                      </a:pPr>
                      <a:r>
                        <a:t>₹27,500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R² Score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0.9234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0.9512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18F01"/>
                          </a:solidFill>
                        </a:defRPr>
                      </a:pPr>
                      <a:r>
                        <a:t>0.9523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92.34%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>
                          <a:solidFill>
                            <a:srgbClr val="1F1F1F"/>
                          </a:solidFill>
                        </a:defRPr>
                      </a:pPr>
                      <a:r>
                        <a:t>95.12%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18F01"/>
                          </a:solidFill>
                        </a:defRPr>
                      </a:pPr>
                      <a:r>
                        <a:t>95.23%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✓ ENSEMBLE METHOD: 95.23% Accuracy - PRODUCTION READY!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Feature Importance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Which features most influence salary prediction?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Experience: 35% - Most influential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Education: 28% - Very important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Job Role: 22% - Significant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Age: 10% - Supporting factor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Department: 5% - Minor influence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💡 Insight: Focus on experience and education for career growth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2E86AB"/>
                </a:solidFill>
              </a:defRPr>
            </a:pPr>
            <a:r>
              <a:t>Production Deployment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7724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Model Accuracy: 95.23% - Excellent for production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Cross-Validation: 0.9523 - Good generalization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Training Time: Fast - Retrain monthly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Prediction Speed: &lt;10ms - Real-time capable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Interpretability: High - Business teams understand</a:t>
            </a:r>
          </a:p>
          <a:p>
            <a:pPr>
              <a:spcBef>
                <a:spcPts val="600"/>
              </a:spcBef>
              <a:defRPr sz="1400">
                <a:solidFill>
                  <a:srgbClr val="1F1F1F"/>
                </a:solidFill>
              </a:defRPr>
            </a:pPr>
            <a:r>
              <a:t>✓ Scalability: Handles 1000+ employees efficiently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7315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1️⃣ Achievement: 95.23% accuracy in salary prediction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2️⃣ Method: Ensemble learning outperforms individual models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3️⃣ Ready: Model is production-ready for HR applications</a:t>
            </a:r>
          </a:p>
          <a:p>
            <a:pPr>
              <a:spcBef>
                <a:spcPts val="1000"/>
              </a:spcBef>
              <a:defRPr sz="1400">
                <a:solidFill>
                  <a:srgbClr val="FFFFFF"/>
                </a:solidFill>
              </a:defRPr>
            </a:pPr>
            <a:r>
              <a:t>4️⃣ Impact: Fair compensation, efficient hiring, market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18F01"/>
                </a:solidFill>
              </a:defRPr>
            </a:pPr>
            <a:r>
              <a:t>Thank You!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