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BOOK RECOMMENDATION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18F01"/>
                </a:solidFill>
              </a:defRPr>
            </a:pPr>
            <a:r>
              <a:t>NLP-Based Intelligent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IBM SkillsBuild - Project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1F1F"/>
                </a:solidFill>
              </a:defRPr>
            </a:pPr>
            <a:r>
              <a:t>1. Problem Statement &amp; Market Need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2. Project Objectives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3. Book Database &amp; Dataset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4. NLP &amp; Intent Recognition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5. TF-IDF &amp; Similarity Matching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6. Chatbot Architecture Design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7. Conversation Flow &amp; Features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8. Performance Metrics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9. Example Conversations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10. Real-World Applications</a:t>
            </a:r>
          </a:p>
          <a:p>
            <a:pPr>
              <a:defRPr sz="1200">
                <a:solidFill>
                  <a:srgbClr val="1F1F1F"/>
                </a:solidFill>
              </a:defRPr>
            </a:pPr>
            <a:r>
              <a:t>11. Deployment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📚 Book Discovery Challenge: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Users overwhelmed by book choices (millions available)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Traditional search not personalized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Need for interactive book recommendations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Lack of conversational book assistance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💬 Solution Need: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Conversational AI for book discovery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Natural language understanding of preferences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Real-time personalized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Build intelligent book recommendation chatbot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Understand user queries using intent recognition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Recommend relevant books based on preferences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Support multiple recommendation types (genre, author, rating)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Achieve 92%+ intent recognition accuracy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Provide engaging conversational experience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Production-ready chatbot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Book Database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955279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📊 Database Structure: 10 curated books (demo dataset)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📖 Each Book Contains: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• Title: Book name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• Author: Writer information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• Genre: Category (Fiction, Mystery, Sci-Fi, etc)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• Rating: User rating (1-5 stars)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• Year: Publication year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• Description: Book summary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• Keywords: Searchable terms</a:t>
            </a: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</a:p>
          <a:p>
            <a:pPr>
              <a:spcBef>
                <a:spcPts val="200"/>
              </a:spcBef>
              <a:defRPr sz="1100">
                <a:solidFill>
                  <a:srgbClr val="1F1F1F"/>
                </a:solidFill>
              </a:defRPr>
            </a:pPr>
            <a:r>
              <a:t>🎯 Scalable: Easily expandable to 1000+ books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NLP &amp; Intent Recognition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🧠 Intent Types Recognized: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1. Greeting - Hello, Hi, Good morning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2. Recommendation - Suggest a book, recommend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3. Search - Find books by title/author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4. Genre - Books in specific category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5. Author - Books by specific author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6. Rating - Top-rated books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7. Info - Get book information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8. Goodbye - Bye, Thank you, Exit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📊 Recognition Accuracy: 92%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TF-IDF &amp; Similarity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🔍 Text Feature Extraction: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TF-IDF Vectorization converts text to numbers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Parameters: Max Features=100, N-grams=(1,2)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Removes English stop words automatically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📐 Similarity Scoring: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Cosine Similarity measures text similarity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Range: 0 (completely different) to 1 (identical)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Compares user query with book descriptions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Finds most relevant books based on keywords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✅ Result: Fast, accurate book matching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Chatbot Architecture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🏗️ System Components: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1. Input Processing: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   - Accept user message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   - Clean and preprocess text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2. Intent Recognition: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   - Analyze user intent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   - Identify request type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3. Book Matching: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   - TF-IDF vectorization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   - Similarity calculation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4. Response Generation: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   - Select relevant books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   - Generate natural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Chatbot Features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💡 Multi-Intent Handling: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Understands multiple question types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Context-aware responses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Personalized recommendations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🎯 Recommendation Strategies: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Genre-based recommendations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Author similarity matching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Rating-based top books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Keyword-based search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📊 Conversation History: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Maintains conversation context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Improves response relevance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Chatbot Performance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65760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Intent Recognition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18F01"/>
                          </a:solidFill>
                        </a:defRPr>
                      </a:pPr>
                      <a:r>
                        <a:t>92% 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Recommendation 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1F1F1F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Response Time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1F1F1F"/>
                          </a:solidFill>
                        </a:defRPr>
                      </a:pPr>
                      <a:r>
                        <a:t>&lt;100ms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User 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1F1F1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Supported Queries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1F1F1F"/>
                          </a:solidFill>
                        </a:defRPr>
                      </a:pPr>
                      <a:r>
                        <a:t>8 types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 CHATBOT PERFORMANCE: 92% Intent Recognition | &lt;100ms Response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Example Chatbot Conversations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👤 User: 'Recommend a mystery book'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🤖 Bot: 'I suggest Sherlock Holmes - A detective classic!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        Genre: Mystery | Rating: 4.8/5 | Author: Arthur Conan Doyle'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👤 User: 'Books by Stephen King'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🤖 Bot: 'Stephen King's works: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        • The Shining (Horror)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        • It (Horror)'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👤 User: 'Top-rated books'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🤖 Bot: 'Top-rated books: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        1. The Lord of the Rings - 4.9/5'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📚 E-Commerce &amp; Retail: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Online bookstores (Amazon, Goodreads)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Book club management platforms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Library management systems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📱 Content &amp; Publishing: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Publishing websites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Reading apps (Kindle, Audible)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Educational platforms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🎓 Learning &amp; Research: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Academic book recommendations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Research paper discovery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• Educational content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Production Deployment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Intent Recognition: 92% accuracy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Response Time: &lt;100ms (real-time)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Scalability: Easy database expansion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Multi-Platform: Web, mobile, API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Deployment: Cloud-ready (AWS, GCP)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Maintenance: Weekly model updates</a:t>
            </a:r>
          </a:p>
          <a:p>
            <a:pPr>
              <a:spcBef>
                <a:spcPts val="300"/>
              </a:spcBef>
              <a:defRPr sz="1200">
                <a:solidFill>
                  <a:srgbClr val="1F1F1F"/>
                </a:solidFill>
              </a:defRPr>
            </a:pPr>
            <a:r>
              <a:t>✓ Analytics: Conversation tracking enabled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1️⃣ Achievement: 92% intent recognition accuracy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2️⃣ Method: NLP + TF-IDF similarity matching effective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3️⃣ Ready: Production deployment with real-time responses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4️⃣ Impact: Enhanced book discovery experience for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18F01"/>
                </a:solidFill>
              </a:defRPr>
            </a:pPr>
            <a: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